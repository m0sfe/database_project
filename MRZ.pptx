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2" r:id="rId5"/>
    <p:sldId id="359" r:id="rId6"/>
    <p:sldId id="373" r:id="rId7"/>
    <p:sldId id="374" r:id="rId8"/>
    <p:sldId id="375" r:id="rId9"/>
    <p:sldId id="365" r:id="rId10"/>
    <p:sldId id="3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d Mohammad Ahmad Alshobaki" userId="d88972b1-ee10-4907-a736-38b545a0d99d" providerId="ADAL" clId="{105FDA2B-6082-4EBF-9ED1-AF8289467FC7}"/>
    <pc:docChg chg="delSld modSld">
      <pc:chgData name="Zaid Mohammad Ahmad Alshobaki" userId="d88972b1-ee10-4907-a736-38b545a0d99d" providerId="ADAL" clId="{105FDA2B-6082-4EBF-9ED1-AF8289467FC7}" dt="2026-01-04T08:56:47.895" v="3" actId="47"/>
      <pc:docMkLst>
        <pc:docMk/>
      </pc:docMkLst>
      <pc:sldChg chg="modSp mod">
        <pc:chgData name="Zaid Mohammad Ahmad Alshobaki" userId="d88972b1-ee10-4907-a736-38b545a0d99d" providerId="ADAL" clId="{105FDA2B-6082-4EBF-9ED1-AF8289467FC7}" dt="2026-01-04T08:48:02.313" v="2" actId="1076"/>
        <pc:sldMkLst>
          <pc:docMk/>
          <pc:sldMk cId="1073601555" sldId="376"/>
        </pc:sldMkLst>
        <pc:spChg chg="mod">
          <ac:chgData name="Zaid Mohammad Ahmad Alshobaki" userId="d88972b1-ee10-4907-a736-38b545a0d99d" providerId="ADAL" clId="{105FDA2B-6082-4EBF-9ED1-AF8289467FC7}" dt="2026-01-04T08:48:02.313" v="2" actId="1076"/>
          <ac:spMkLst>
            <pc:docMk/>
            <pc:sldMk cId="1073601555" sldId="376"/>
            <ac:spMk id="4" creationId="{9B774F1A-D233-C240-B22D-F82C6161FAC1}"/>
          </ac:spMkLst>
        </pc:spChg>
      </pc:sldChg>
      <pc:sldChg chg="del">
        <pc:chgData name="Zaid Mohammad Ahmad Alshobaki" userId="d88972b1-ee10-4907-a736-38b545a0d99d" providerId="ADAL" clId="{105FDA2B-6082-4EBF-9ED1-AF8289467FC7}" dt="2026-01-04T08:56:47.895" v="3" actId="47"/>
        <pc:sldMkLst>
          <pc:docMk/>
          <pc:sldMk cId="2728059627" sldId="3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0729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MRZ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Pharmacy Database system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Mohammad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Zaid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dirty="0"/>
              <a:t>reem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Problem &amp; Objective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Need system to manage pharmacy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patients, doctors, medicines, prescriptions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data integrity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anchor="b">
            <a:normAutofit/>
          </a:bodyPr>
          <a:lstStyle/>
          <a:p>
            <a:r>
              <a:rPr lang="en-US" dirty="0"/>
              <a:t>Users &amp; Functions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>
            <a:normAutofit/>
          </a:bodyPr>
          <a:lstStyle/>
          <a:p>
            <a:r>
              <a:rPr lang="en-US" b="1" dirty="0"/>
              <a:t>Users</a:t>
            </a:r>
            <a:endParaRPr lang="en-US" dirty="0"/>
          </a:p>
          <a:p>
            <a:r>
              <a:rPr lang="en-US" dirty="0"/>
              <a:t>Pharmacist</a:t>
            </a:r>
          </a:p>
          <a:p>
            <a:r>
              <a:rPr lang="en-US" dirty="0"/>
              <a:t>Doctor</a:t>
            </a:r>
          </a:p>
          <a:p>
            <a:r>
              <a:rPr lang="en-US" dirty="0"/>
              <a:t>Manager</a:t>
            </a:r>
          </a:p>
          <a:p>
            <a:r>
              <a:rPr lang="en-US" b="1" dirty="0"/>
              <a:t>Functions</a:t>
            </a:r>
            <a:endParaRPr lang="en-US" dirty="0"/>
          </a:p>
          <a:p>
            <a:r>
              <a:rPr lang="en-US" dirty="0"/>
              <a:t>Patient, Doctor, Medicine, Prescription Management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EFE388-CD0B-9671-4D4E-D6D8004C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1" y="511762"/>
            <a:ext cx="4960830" cy="2785158"/>
          </a:xfrm>
        </p:spPr>
        <p:txBody>
          <a:bodyPr/>
          <a:lstStyle/>
          <a:p>
            <a:r>
              <a:rPr lang="en-US" dirty="0"/>
              <a:t>Overcoming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4E0F37-0AD5-833C-CBE5-EAE02EC46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640" y="3484615"/>
            <a:ext cx="4958081" cy="2387865"/>
          </a:xfrm>
        </p:spPr>
        <p:txBody>
          <a:bodyPr/>
          <a:lstStyle/>
          <a:p>
            <a:r>
              <a:rPr lang="en-US" dirty="0"/>
              <a:t>Nervousness</a:t>
            </a:r>
          </a:p>
        </p:txBody>
      </p:sp>
      <p:pic>
        <p:nvPicPr>
          <p:cNvPr id="8" name="Picture Placeholder 7" descr="A blue and purple spirals">
            <a:extLst>
              <a:ext uri="{FF2B5EF4-FFF2-40B4-BE49-F238E27FC236}">
                <a16:creationId xmlns:a16="http://schemas.microsoft.com/office/drawing/2014/main" id="{E1DBD4C7-D952-4426-40FD-8799F80F82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31" b="31"/>
          <a:stretch/>
        </p:blipFill>
        <p:spPr>
          <a:xfrm>
            <a:off x="6497638" y="336550"/>
            <a:ext cx="5322887" cy="61849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6EA54-3083-FB0D-9011-2353791B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 descr="A diagram of a prescription">
            <a:extLst>
              <a:ext uri="{FF2B5EF4-FFF2-40B4-BE49-F238E27FC236}">
                <a16:creationId xmlns:a16="http://schemas.microsoft.com/office/drawing/2014/main" id="{D40E1D37-4EC2-A36E-BFEF-6F26BD77C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4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305669" y="2470150"/>
            <a:ext cx="7420819" cy="3676649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 descr="A diagram of a prescription&#10;&#10;AI-generated content may be incorrect.">
            <a:extLst>
              <a:ext uri="{FF2B5EF4-FFF2-40B4-BE49-F238E27FC236}">
                <a16:creationId xmlns:a16="http://schemas.microsoft.com/office/drawing/2014/main" id="{25DC5B87-E597-9DC7-23B4-45DCB7B0F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/>
              <a:t>SELECTING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17DA35-8952-EE70-DF24-86382FE89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3928"/>
            <a:ext cx="25078501" cy="678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Keys &amp;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0"/>
            <a:ext cx="4622156" cy="4220629"/>
          </a:xfrm>
        </p:spPr>
        <p:txBody>
          <a:bodyPr/>
          <a:lstStyle/>
          <a:p>
            <a:r>
              <a:rPr lang="en-US" sz="1000" b="1" dirty="0"/>
              <a:t>Doctor</a:t>
            </a:r>
            <a:endParaRPr lang="en-US" sz="1000" dirty="0"/>
          </a:p>
          <a:p>
            <a:r>
              <a:rPr lang="en-US" sz="1000" dirty="0" err="1"/>
              <a:t>doctorID</a:t>
            </a:r>
            <a:r>
              <a:rPr lang="en-US" sz="1000" dirty="0"/>
              <a:t> </a:t>
            </a:r>
            <a:r>
              <a:rPr lang="en-US" sz="1000" b="1" dirty="0"/>
              <a:t>INT PK NOT NULL</a:t>
            </a:r>
            <a:endParaRPr lang="en-US" sz="1000" dirty="0"/>
          </a:p>
          <a:p>
            <a:r>
              <a:rPr lang="en-US" sz="1000" dirty="0" err="1"/>
              <a:t>firstName</a:t>
            </a:r>
            <a:r>
              <a:rPr lang="en-US" sz="1000" dirty="0"/>
              <a:t> </a:t>
            </a:r>
            <a:r>
              <a:rPr lang="en-US" sz="1000" b="1" dirty="0"/>
              <a:t>VARCHAR(20) NN</a:t>
            </a:r>
            <a:r>
              <a:rPr lang="en-US" sz="1000" dirty="0"/>
              <a:t>, </a:t>
            </a:r>
            <a:r>
              <a:rPr lang="en-US" sz="1000" dirty="0" err="1"/>
              <a:t>lastName</a:t>
            </a:r>
            <a:r>
              <a:rPr lang="en-US" sz="1000" dirty="0"/>
              <a:t> </a:t>
            </a:r>
            <a:r>
              <a:rPr lang="en-US" sz="1000" b="1" dirty="0"/>
              <a:t>VARCHAR(20) NN</a:t>
            </a:r>
            <a:r>
              <a:rPr lang="en-US" sz="1000" dirty="0"/>
              <a:t>, specialty </a:t>
            </a:r>
            <a:r>
              <a:rPr lang="en-US" sz="1000" b="1" dirty="0"/>
              <a:t>VARCHAR(15) NN</a:t>
            </a:r>
            <a:endParaRPr lang="en-US" sz="1000" dirty="0"/>
          </a:p>
          <a:p>
            <a:r>
              <a:rPr lang="en-US" sz="1000" dirty="0"/>
              <a:t>phone </a:t>
            </a:r>
            <a:r>
              <a:rPr lang="en-US" sz="1000" b="1" dirty="0"/>
              <a:t>VARCHAR(10) NN UNIQUE</a:t>
            </a:r>
            <a:endParaRPr lang="en-US" sz="1000" dirty="0"/>
          </a:p>
          <a:p>
            <a:r>
              <a:rPr lang="en-US" sz="1000" b="1" dirty="0"/>
              <a:t>Patient</a:t>
            </a:r>
            <a:endParaRPr lang="en-US" sz="1000" dirty="0"/>
          </a:p>
          <a:p>
            <a:r>
              <a:rPr lang="en-US" sz="1000" dirty="0" err="1"/>
              <a:t>patientID</a:t>
            </a:r>
            <a:r>
              <a:rPr lang="en-US" sz="1000" dirty="0"/>
              <a:t> </a:t>
            </a:r>
            <a:r>
              <a:rPr lang="en-US" sz="1000" b="1" dirty="0"/>
              <a:t>INT PK NOT NULL</a:t>
            </a:r>
            <a:endParaRPr lang="en-US" sz="1000" dirty="0"/>
          </a:p>
          <a:p>
            <a:r>
              <a:rPr lang="en-US" sz="1000" dirty="0" err="1"/>
              <a:t>firstName</a:t>
            </a:r>
            <a:r>
              <a:rPr lang="en-US" sz="1000" dirty="0"/>
              <a:t> </a:t>
            </a:r>
            <a:r>
              <a:rPr lang="en-US" sz="1000" b="1" dirty="0"/>
              <a:t>VARCHAR(20) NN</a:t>
            </a:r>
            <a:r>
              <a:rPr lang="en-US" sz="1000" dirty="0"/>
              <a:t>, </a:t>
            </a:r>
            <a:r>
              <a:rPr lang="en-US" sz="1000" dirty="0" err="1"/>
              <a:t>lastName</a:t>
            </a:r>
            <a:r>
              <a:rPr lang="en-US" sz="1000" dirty="0"/>
              <a:t> </a:t>
            </a:r>
            <a:r>
              <a:rPr lang="en-US" sz="1000" b="1" dirty="0"/>
              <a:t>VARCHAR(20) NN</a:t>
            </a:r>
            <a:endParaRPr lang="en-US" sz="1000" dirty="0"/>
          </a:p>
          <a:p>
            <a:r>
              <a:rPr lang="en-US" sz="1000" dirty="0"/>
              <a:t>age </a:t>
            </a:r>
            <a:r>
              <a:rPr lang="en-US" sz="1000" b="1" dirty="0"/>
              <a:t>INT NN CHECK (0–120)</a:t>
            </a:r>
            <a:endParaRPr lang="en-US" sz="1000" dirty="0"/>
          </a:p>
          <a:p>
            <a:r>
              <a:rPr lang="en-US" sz="1000" dirty="0"/>
              <a:t>gender </a:t>
            </a:r>
            <a:r>
              <a:rPr lang="en-US" sz="1000" b="1" dirty="0"/>
              <a:t>VARCHAR(6) NN CHECK ('</a:t>
            </a:r>
            <a:r>
              <a:rPr lang="en-US" sz="1000" b="1" dirty="0" err="1"/>
              <a:t>Male','Female</a:t>
            </a:r>
            <a:r>
              <a:rPr lang="en-US" sz="1000" b="1" dirty="0"/>
              <a:t>')</a:t>
            </a:r>
            <a:endParaRPr lang="en-US" sz="1000" dirty="0"/>
          </a:p>
          <a:p>
            <a:r>
              <a:rPr lang="en-US" sz="1000" dirty="0"/>
              <a:t>phone </a:t>
            </a:r>
            <a:r>
              <a:rPr lang="en-US" sz="1000" b="1" dirty="0"/>
              <a:t>VARCHAR(10) NN UNIQUE</a:t>
            </a:r>
            <a:endParaRPr lang="en-US" sz="1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74F1A-D233-C240-B22D-F82C6161FAC1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687330" y="2025572"/>
            <a:ext cx="5196841" cy="4383188"/>
          </a:xfrm>
        </p:spPr>
        <p:txBody>
          <a:bodyPr/>
          <a:lstStyle/>
          <a:p>
            <a:r>
              <a:rPr lang="en-US" sz="1000" b="1" dirty="0"/>
              <a:t>Medicine</a:t>
            </a:r>
            <a:endParaRPr lang="en-US" sz="1000" dirty="0"/>
          </a:p>
          <a:p>
            <a:r>
              <a:rPr lang="en-US" sz="1000" dirty="0" err="1"/>
              <a:t>medicineID</a:t>
            </a:r>
            <a:r>
              <a:rPr lang="en-US" sz="1000" dirty="0"/>
              <a:t> </a:t>
            </a:r>
            <a:r>
              <a:rPr lang="en-US" sz="1000" b="1" dirty="0"/>
              <a:t>INT PK NOT NULL</a:t>
            </a:r>
            <a:endParaRPr lang="en-US" sz="1000" dirty="0"/>
          </a:p>
          <a:p>
            <a:r>
              <a:rPr lang="en-US" sz="1000" dirty="0"/>
              <a:t>name </a:t>
            </a:r>
            <a:r>
              <a:rPr lang="en-US" sz="1000" b="1" dirty="0"/>
              <a:t>VARCHAR(20) NN</a:t>
            </a:r>
            <a:r>
              <a:rPr lang="en-US" sz="1000" dirty="0"/>
              <a:t>, type </a:t>
            </a:r>
            <a:r>
              <a:rPr lang="en-US" sz="1000" b="1" dirty="0"/>
              <a:t>VARCHAR(20) NN</a:t>
            </a:r>
            <a:endParaRPr lang="en-US" sz="1000" dirty="0"/>
          </a:p>
          <a:p>
            <a:r>
              <a:rPr lang="en-US" sz="1000" dirty="0"/>
              <a:t>price </a:t>
            </a:r>
            <a:r>
              <a:rPr lang="en-US" sz="1000" b="1" dirty="0"/>
              <a:t>MONEY NN CHECK (&gt;0)</a:t>
            </a:r>
            <a:endParaRPr lang="en-US" sz="1000" dirty="0"/>
          </a:p>
          <a:p>
            <a:r>
              <a:rPr lang="en-US" sz="1000" dirty="0" err="1"/>
              <a:t>quantityInStock</a:t>
            </a:r>
            <a:r>
              <a:rPr lang="en-US" sz="1000" dirty="0"/>
              <a:t> </a:t>
            </a:r>
            <a:r>
              <a:rPr lang="en-US" sz="1000" b="1" dirty="0"/>
              <a:t>INT NN CHECK (≥0)</a:t>
            </a:r>
            <a:endParaRPr lang="ar-JO" sz="1000" b="1" dirty="0"/>
          </a:p>
          <a:p>
            <a:r>
              <a:rPr lang="en-US" sz="1000" b="1" dirty="0"/>
              <a:t>Prescription</a:t>
            </a:r>
            <a:endParaRPr lang="en-US" sz="1000" dirty="0"/>
          </a:p>
          <a:p>
            <a:r>
              <a:rPr lang="en-US" sz="1000" dirty="0" err="1"/>
              <a:t>prescriptionID</a:t>
            </a:r>
            <a:r>
              <a:rPr lang="en-US" sz="1000" dirty="0"/>
              <a:t> </a:t>
            </a:r>
            <a:r>
              <a:rPr lang="en-US" sz="1000" b="1" dirty="0"/>
              <a:t>INT PK NOT NULL</a:t>
            </a:r>
            <a:endParaRPr lang="en-US" sz="1000" dirty="0"/>
          </a:p>
          <a:p>
            <a:r>
              <a:rPr lang="en-US" sz="1000" dirty="0" err="1"/>
              <a:t>prescriptionDate</a:t>
            </a:r>
            <a:r>
              <a:rPr lang="en-US" sz="1000" dirty="0"/>
              <a:t> </a:t>
            </a:r>
            <a:r>
              <a:rPr lang="en-US" sz="1000" b="1" dirty="0"/>
              <a:t>DATETIME NN</a:t>
            </a:r>
            <a:endParaRPr lang="en-US" sz="1000" dirty="0"/>
          </a:p>
          <a:p>
            <a:r>
              <a:rPr lang="en-US" sz="1000" dirty="0" err="1"/>
              <a:t>patientID</a:t>
            </a:r>
            <a:r>
              <a:rPr lang="en-US" sz="1000" dirty="0"/>
              <a:t> </a:t>
            </a:r>
            <a:r>
              <a:rPr lang="en-US" sz="1000" b="1" dirty="0"/>
              <a:t>INT NN FK → Patient(</a:t>
            </a:r>
            <a:r>
              <a:rPr lang="en-US" sz="1000" b="1" dirty="0" err="1"/>
              <a:t>patientID</a:t>
            </a:r>
            <a:r>
              <a:rPr lang="en-US" sz="1000" b="1" dirty="0"/>
              <a:t>)</a:t>
            </a:r>
            <a:r>
              <a:rPr lang="en-US" sz="1000" dirty="0"/>
              <a:t> </a:t>
            </a:r>
            <a:r>
              <a:rPr lang="en-US" sz="1000" i="1" dirty="0"/>
              <a:t>(ON UPDATE CASCADE, ON DELETE CASCADE)</a:t>
            </a:r>
            <a:endParaRPr lang="en-US" sz="1000" dirty="0"/>
          </a:p>
          <a:p>
            <a:r>
              <a:rPr lang="en-US" sz="1000" dirty="0" err="1"/>
              <a:t>doctorID</a:t>
            </a:r>
            <a:r>
              <a:rPr lang="en-US" sz="1000" dirty="0"/>
              <a:t> </a:t>
            </a:r>
            <a:r>
              <a:rPr lang="en-US" sz="1000" b="1" dirty="0"/>
              <a:t>INT NN FK → Doctor(</a:t>
            </a:r>
            <a:r>
              <a:rPr lang="en-US" sz="1000" b="1" dirty="0" err="1"/>
              <a:t>doctorID</a:t>
            </a:r>
            <a:r>
              <a:rPr lang="en-US" sz="1000" b="1" dirty="0"/>
              <a:t>)</a:t>
            </a:r>
            <a:r>
              <a:rPr lang="en-US" sz="1000" dirty="0"/>
              <a:t> </a:t>
            </a:r>
            <a:r>
              <a:rPr lang="en-US" sz="1000" i="1" dirty="0"/>
              <a:t>(ON UPDATE CASCADE, ON DELETE NO ACTION)</a:t>
            </a:r>
            <a:endParaRPr lang="en-US" sz="1000" dirty="0"/>
          </a:p>
          <a:p>
            <a:r>
              <a:rPr lang="en-US" sz="1000" b="1" dirty="0" err="1"/>
              <a:t>PrescriptionDetails</a:t>
            </a:r>
            <a:endParaRPr lang="en-US" sz="1000" dirty="0"/>
          </a:p>
          <a:p>
            <a:r>
              <a:rPr lang="en-US" sz="1000" dirty="0"/>
              <a:t>(</a:t>
            </a:r>
            <a:r>
              <a:rPr lang="en-US" sz="1000" dirty="0" err="1"/>
              <a:t>prescriptionID</a:t>
            </a:r>
            <a:r>
              <a:rPr lang="en-US" sz="1000" dirty="0"/>
              <a:t> </a:t>
            </a:r>
            <a:r>
              <a:rPr lang="en-US" sz="1000" b="1" dirty="0"/>
              <a:t>INT</a:t>
            </a:r>
            <a:r>
              <a:rPr lang="en-US" sz="1000" dirty="0"/>
              <a:t>, </a:t>
            </a:r>
            <a:r>
              <a:rPr lang="en-US" sz="1000" dirty="0" err="1"/>
              <a:t>medicineID</a:t>
            </a:r>
            <a:r>
              <a:rPr lang="en-US" sz="1000" dirty="0"/>
              <a:t> </a:t>
            </a:r>
            <a:r>
              <a:rPr lang="en-US" sz="1000" b="1" dirty="0"/>
              <a:t>INT</a:t>
            </a:r>
            <a:r>
              <a:rPr lang="en-US" sz="1000" dirty="0"/>
              <a:t>) </a:t>
            </a:r>
            <a:r>
              <a:rPr lang="en-US" sz="1000" b="1" dirty="0"/>
              <a:t>Composite PK</a:t>
            </a:r>
            <a:endParaRPr lang="en-US" sz="1000" dirty="0"/>
          </a:p>
          <a:p>
            <a:r>
              <a:rPr lang="en-US" sz="1000" dirty="0" err="1"/>
              <a:t>prescriptionID</a:t>
            </a:r>
            <a:r>
              <a:rPr lang="en-US" sz="1000" dirty="0"/>
              <a:t> </a:t>
            </a:r>
            <a:r>
              <a:rPr lang="en-US" sz="1000" b="1" dirty="0"/>
              <a:t>FK → Prescription(</a:t>
            </a:r>
            <a:r>
              <a:rPr lang="en-US" sz="1000" b="1" dirty="0" err="1"/>
              <a:t>prescriptionID</a:t>
            </a:r>
            <a:r>
              <a:rPr lang="en-US" sz="1000" b="1" dirty="0"/>
              <a:t>)</a:t>
            </a:r>
            <a:endParaRPr lang="en-US" sz="1000" dirty="0"/>
          </a:p>
          <a:p>
            <a:r>
              <a:rPr lang="en-US" sz="1000" dirty="0" err="1"/>
              <a:t>medicineID</a:t>
            </a:r>
            <a:r>
              <a:rPr lang="en-US" sz="1000" dirty="0"/>
              <a:t> </a:t>
            </a:r>
            <a:r>
              <a:rPr lang="en-US" sz="1000" b="1" dirty="0"/>
              <a:t>FK → Medicine(</a:t>
            </a:r>
            <a:r>
              <a:rPr lang="en-US" sz="1000" b="1" dirty="0" err="1"/>
              <a:t>medicineID</a:t>
            </a:r>
            <a:r>
              <a:rPr lang="en-US" sz="1000" b="1" dirty="0"/>
              <a:t>)</a:t>
            </a:r>
            <a:r>
              <a:rPr lang="ar-JO" sz="1000" b="1" dirty="0"/>
              <a:t> </a:t>
            </a:r>
            <a:r>
              <a:rPr lang="en-US" sz="1000" b="1" dirty="0"/>
              <a:t>, </a:t>
            </a:r>
            <a:r>
              <a:rPr lang="en-US" sz="1000" dirty="0"/>
              <a:t>quantity </a:t>
            </a:r>
            <a:r>
              <a:rPr lang="en-US" sz="1000" b="1" dirty="0"/>
              <a:t>INT NN CHECK (&gt;0)</a:t>
            </a:r>
            <a:endParaRPr lang="en-US" sz="1000" dirty="0"/>
          </a:p>
          <a:p>
            <a:endParaRPr lang="ar-JO" sz="1000" b="1" dirty="0"/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{EF04CA32-B8CE-402E-AD60-796B9A17620E}TFe8699e8e-689b-4d7e-abcf-e888fd749829db3118dc_win32-d573b439b56f</Template>
  <TotalTime>121</TotalTime>
  <Words>317</Words>
  <Application>Microsoft Office PowerPoint</Application>
  <PresentationFormat>Widescreen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Nova</vt:lpstr>
      <vt:lpstr>Biome</vt:lpstr>
      <vt:lpstr>Calibri</vt:lpstr>
      <vt:lpstr>Custom</vt:lpstr>
      <vt:lpstr>MRZ</vt:lpstr>
      <vt:lpstr>Problem &amp; Objective</vt:lpstr>
      <vt:lpstr>Users &amp; Functions</vt:lpstr>
      <vt:lpstr>Overcoming </vt:lpstr>
      <vt:lpstr>ENGAGING THE AUDIENCE</vt:lpstr>
      <vt:lpstr>SELECTING VISUAL AIDS</vt:lpstr>
      <vt:lpstr>Keys &amp; Constraints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 Mohammad Ahmad Alshobaki</dc:creator>
  <cp:lastModifiedBy>Zaid Mohammad Ahmad Alshobaki</cp:lastModifiedBy>
  <cp:revision>1</cp:revision>
  <dcterms:created xsi:type="dcterms:W3CDTF">2025-12-13T15:02:08Z</dcterms:created>
  <dcterms:modified xsi:type="dcterms:W3CDTF">2026-01-04T08:56:52Z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